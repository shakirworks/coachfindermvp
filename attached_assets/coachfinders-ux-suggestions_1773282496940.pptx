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21:28:36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614 1155 24575,'71'1'0,"-27"1"0,0-3 0,0-1 0,57-10 0,-60 5 0,1 2 0,55 0 0,-12 2 0,35-15 0,-51 6 0,2 0 0,-35 5 0,68-5 0,320 13 0,-407-1 0,-1-1 0,0-1 0,1 0 0,-1-1 0,0-1 0,25-10 0,-35 12 0,0-1 0,0 1 0,0-1 0,0-1 0,0 1 0,-1-1 0,1 0 0,-1 0 0,0-1 0,-1 1 0,1-1 0,-1 0 0,0-1 0,0 1 0,0-1 0,-1 1 0,0-1 0,5-12 0,-3-8 0,-2-1 0,0 0 0,-2 1 0,0-1 0,-5-38 0,0-11 0,5-34 0,-3-83 0,1 179 0,-1-1 0,0 0 0,-1 1 0,-1 0 0,-1-1 0,1 2 0,-2-1 0,0 0 0,-12-17 0,12 21 0,-1 1 0,-1 0 0,0 1 0,0-1 0,0 2 0,-1-1 0,0 1 0,-1 0 0,1 1 0,-1 0 0,-1 1 0,-16-7 0,-156-58 0,166 63 0,-1 1 0,0 1 0,0 0 0,0 1 0,-1 1 0,-20-1 0,-115 5 0,79 2 0,16 0 0,0 4 0,-108 26 0,102-19 0,-90 34 0,22-6 0,94-30 0,-54 24 0,16-6 0,17-4 0,0 2 0,-87 56 0,136-77 0,1-2 0,1-1 0,-1 0 0,0 0 0,-16 3 0,14-4 0,1 0 0,0 1 0,-16 8 0,19-8 0,-2 1 0,0 0 0,1 1 0,-1 0 0,1 1 0,0 0 0,1 0 0,-15 17 0,14-14 0,-1-1 0,0 1 0,0-1 0,-13 8 0,11-9 0,1 1 0,0 0 0,-12 14 0,18-16 0,0 1 0,1-1 0,0 1 0,0 0 0,1 1 0,-1-1 0,2 0 0,-1 1 0,2 0 0,-1 0 0,1-1 0,0 1 0,1 16 0,0-9 0,1 0 0,1 0 0,1 0 0,0 0 0,0 0 0,11 26 0,-6-24 0,1 0 0,0 0 0,1-1 0,18 23 0,-20-31 0,0 0 0,0 0 0,1-1 0,0-1 0,0 0 0,1 0 0,0 0 0,18 8 0,44 25 0,-60-32 0,0 0 0,1 0 0,0-1 0,1-1 0,0-1 0,-1 0 0,2 0 0,22 3 0,206-5 66,-125-5-1497,-92 2-5395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21:36:43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357 820 24575,'18'1'0,"0"0"0,32 9 0,9 1 0,364-2 0,-251-12 0,932 4 0,-1087-2 0,-1 1 0,1-2 0,-1 0 0,1-1 0,-1-1 0,0 0 0,0-1 0,29-14 0,-38 16 0,0-1 0,-1 0 0,1-1 0,-1 1 0,0-1 0,-1 0 0,1-1 0,-1 1 0,0-1 0,0 0 0,0-1 0,-1 1 0,0-1 0,-1 0 0,1 0 0,-1 0 0,-1 0 0,1 0 0,-1-1 0,-1 1 0,2-9 0,-1 4 0,-1 1 0,-1 0 0,0 0 0,0-1 0,-1 1 0,-1 0 0,0 0 0,0 0 0,-1 0 0,0 0 0,-1 1 0,0-1 0,-10-17 0,-66-88 0,69 101 0,0 1 0,-1 1 0,0 0 0,-1 1 0,-1 0 0,-20-13 0,14 13 0,0 2 0,-1 0 0,0 2 0,-31-9 0,16 5 0,-146-37 0,27 9 0,56 8 0,-100-28 0,162 51 0,-1 2 0,1 1 0,-57 0 0,22 5 0,-174 6 0,225-3 0,-1 2 0,1 0 0,0 1 0,-30 12 0,-76 41 0,35-15 0,43-19 0,1 1 0,1 3 0,2 2 0,-75 63 0,75-56 0,11-11 0,1 2 0,2 2 0,1 1 0,-32 42 0,58-68 0,1-1 0,0 2 0,0-1 0,1 0 0,-1 0 0,1 1 0,0 0 0,0-1 0,1 1 0,0 0 0,0 0 0,0 0 0,1 0 0,0-1 0,0 1 0,0 0 0,1 0 0,2 11 0,0-11 0,-1 0 0,1 0 0,0-1 0,0 1 0,0-1 0,1 1 0,0-1 0,0 0 0,0-1 0,0 1 0,1-1 0,0 1 0,0-2 0,0 1 0,1 0 0,-1-1 0,10 4 0,-3-2 0,1 0 0,-1-1 0,1-1 0,1 0 0,-1-1 0,23 2 0,85-6 0,-54-1 0,-51 3-120,-10-1 37,-1 0 0,0 1 0,1 0 0,-1 0 0,1 0 0,-1 1 0,1 0 0,-1 0 0,0 0 0,0 1 0,1 0 0,-1 0 0,0 0 0,7 5 0,1 6-6743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22:15:43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8T22:15:50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5920 1243 24575,'-398'0'0,"357"-3"0,0-2 0,1-1 0,-1-2 0,-43-16 0,9 4 0,-45-11 0,-118-28 0,-28-8 0,112 27 0,111 27 0,-70-31 0,79 29 0,0 1 0,-1 2 0,-42-10 0,-283-75 0,58 11 0,239 73 0,-1 2 0,-1 3 0,-67 0 0,82 4 0,-1-1 0,1-3 0,-96-28 0,100 24 0,9 3 0,-1 2 0,-72-3 0,-77 11 0,-23-1 0,94-14 0,-17-1 0,-112-16 0,82 7 0,85 19 0,-95 5 0,-44-1 0,193-3 0,0 0 0,0-2 0,0-1 0,-44-18 0,46 15 0,0 2 0,0 0 0,-1 2 0,0 1 0,-33-4 0,40 8 0,1-1 0,-1-1 0,1 0 0,0 0 0,0-2 0,0 0 0,1-1 0,0 0 0,0-1 0,0 0 0,1-1 0,-13-11 0,6 5 0,-1 1 0,-29-14 0,36 21 0,0-1 0,0-1 0,1 0 0,0-1 0,0 0 0,1-1 0,0 0 0,-12-14 0,23 23 0,0 0 0,1 0 0,-1 1 0,0-1 0,0 0 0,1 0 0,-1 0 0,1 0 0,-1 0 0,1 0 0,-1 0 0,1 0 0,-1 0 0,1 0 0,0 0 0,-1 0 0,1-1 0,0 1 0,0 0 0,0 0 0,0 0 0,0 0 0,0 0 0,0 0 0,1 0 0,-1-1 0,0 1 0,1 0 0,-1 0 0,0 0 0,1 0 0,0 0 0,-1 0 0,1 0 0,-1 0 0,1 1 0,0-1 0,0 0 0,-1 0 0,1 0 0,0 1 0,0-1 0,0 0 0,0 1 0,0-1 0,0 1 0,0-1 0,0 1 0,0 0 0,0-1 0,0 1 0,0 0 0,2-1 0,8-1 0,0 0 0,0 0 0,0 1 0,12 1 0,-21 0 0,405 1 0,-133 2 0,-269-3 0,-1-1 0,1 1 0,-1-1 0,1 1 0,-1-1 0,6-2 0,-10 3 0,0 0 0,0 0 0,0 0 0,0 0 0,1 0 0,-1 0 0,0 0 0,0 0 0,0-1 0,0 1 0,0 0 0,1 0 0,-1 0 0,0 0 0,0 0 0,0 0 0,0 0 0,0 0 0,0 0 0,1-1 0,-1 1 0,0 0 0,0 0 0,0 0 0,0 0 0,0 0 0,0-1 0,0 1 0,0 0 0,0 0 0,0 0 0,0 0 0,0-1 0,0 1 0,0 0 0,0 0 0,0 0 0,0 0 0,0 0 0,0-1 0,0 1 0,0 0 0,0 0 0,0 0 0,0 0 0,0-1 0,0 1 0,0 0 0,0 0 0,-1 0 0,-18-7 0,-26-1 0,-79-2 0,8 2 0,-317-9 0,394 17 0,21-1 0,-1-1 0,1 0 0,-24-8 0,20 5 0,-39-4 0,46 8 0,0-1 0,0 1 0,-31 3 0,44-2 0,-1 0 0,1 0 0,0 1 0,-1-1 0,1 1 0,0-1 0,0 1 0,0 0 0,-1 0 0,1 0 0,0 0 0,0 0 0,0 0 0,1 1 0,-1-1 0,0 1 0,0-1 0,1 1 0,-1 0 0,1-1 0,-1 1 0,1 0 0,0 0 0,-1 0 0,1 0 0,-1 4 0,2-3 0,0 0 0,0 0 0,0 0 0,0 0 0,1-1 0,-1 1 0,1 0 0,-1 0 0,1 0 0,0-1 0,1 1 0,-1-1 0,0 1 0,4 4 0,28 36 0,-26-35 0,53 63 0,89 82 0,-124-128 0,38 47 0,-7-5 0,-40-49 0,22 35 0,-26-35 0,1 1 0,21 21 0,-3-1-1365,-20-20-5461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8464-E1BF-5A8B-B19A-B3B64332B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92C2F-B03A-6FD7-09C3-A94CDF161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DF857-1852-8C53-3F79-808568B8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5E882-E29F-155C-19D4-09EB96A4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63906-FF87-AD6C-8191-F5689A4A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45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8179A-899D-DCD9-B245-6A2693BB7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33DD-FE60-FD88-9BCB-62F95BF50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44824-92F5-AA38-A2FF-6C2EDDE3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ABE8F-10F6-7B64-861D-1B0C403D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47B50-D2F7-3DEF-98B5-633826925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609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84C3-EE7E-116B-71F8-B44898C9C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DC8E2-9DE9-2438-0D6B-FEA98AE9B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5700A-CD80-0BB0-9FEF-254F05EFE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E15AA-7CFC-338D-3E31-E3FEB3AE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0F976-7839-42AA-5877-36B74055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838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2698-6BBC-95AD-0DA8-FB721F9E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8D573-E1E0-B149-E915-CF9592BFF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869C-2A78-7C8B-D895-D9A3D5653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2312F-A98A-BD38-5E9B-78BFF40DF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BA4D8-81A6-9C54-41E7-37F15F56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C15C7-D0FC-FE8F-5DE9-3D6AC276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398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E84F7-FDBC-C791-852A-B2BC690D4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7ADFC-F61C-FB7C-9126-9885DDAC8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E9169-3009-8FD0-C3B9-3D8F71D37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874654-5AAD-2FB4-4135-12495FF7E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98A6F-F310-1BD5-9AF2-447426D7D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83F0C-A251-3E92-6CB1-C592572E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159A5A-3C3C-D6DB-C16B-5F9A926AF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14E1C-C726-0558-099E-0503FD97C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9906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59B1-5F75-FD25-CDF2-82E6906F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3CEA3-A5E2-4673-B723-39225D14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2E49F-BFD4-8B23-26E1-78CE25F5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6A426-CA32-025E-39AC-08C9699B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C897BC-349D-89DA-8961-DE0AA0FAD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6EC462-8224-202A-B1C0-A372F359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52352-78D8-D956-2C24-C55D5757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726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AF43-FBFF-6688-5495-BE134FAD9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B14F7-524E-F6F8-8E5C-F2F45078B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57C48-BB20-82D6-E4F2-7C69452D6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F8E9D-BB58-88B0-0EC7-6126BDC4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8199-3ECA-2CC5-230A-590F8411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42023-E817-F1CD-58FF-3D113C3B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767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0672-6683-B7B8-208B-868605E8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533368-F1C4-3C30-4890-E3956D993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47E3A-9426-6604-CC0E-187862269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4EAC9-845A-0637-B63C-E3870341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F170E-A064-C75C-952A-CE5DF6720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A5468-A119-83E2-D536-3CEBBB0E3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831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0E1F3-98A3-488E-C9DD-465906F6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E2DAF-8429-6435-1BBD-5E364708D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8B50C-357F-B969-889F-EA57DEC8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BC127-DF47-7364-9A05-2670668F0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63E76-1165-87AA-240B-A95B4273A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7413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2DAEE-7CB8-E986-DDD6-DB226C705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46BF6D-8F02-1604-CDF2-450843DB9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B5E21-A9E9-D118-C759-EF8EEE84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DA27F-28DD-71C5-B53D-56915032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4E128-3171-9C4A-DFE3-D29789ED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18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CE827-48E6-2D93-0BDE-29A4778F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A1667-563C-8BE0-7E7B-8FB0F55EB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19297-C4EB-9950-BB1F-FE1BF6BB9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2FF2A-289D-474D-B6D8-B82C9DBABB57}" type="datetimeFigureOut">
              <a:rPr lang="en-CA" smtClean="0"/>
              <a:t>2026-03-08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044B3-4E2C-1AC1-9D42-6C3F62F6C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1F751-BF8A-A055-B19D-274496F6D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54EC1-E36A-456E-BA40-6ECB8B9FC45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551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1D14-4DCD-697F-F6A6-BC3D34124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CoachFinders</a:t>
            </a:r>
            <a:r>
              <a:rPr lang="en-CA" dirty="0"/>
              <a:t> UX Suggestions</a:t>
            </a:r>
            <a:br>
              <a:rPr lang="en-CA" dirty="0"/>
            </a:b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CF4FE-BE18-64EF-4089-803670882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86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6820CB-C137-9EAB-25EF-A370AAFBD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14" y="840220"/>
            <a:ext cx="11527971" cy="51775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C2D039D-84AC-5047-DD4C-CFED6A36601B}"/>
                  </a:ext>
                </a:extLst>
              </p14:cNvPr>
              <p14:cNvContentPartPr/>
              <p14:nvPr/>
            </p14:nvContentPartPr>
            <p14:xfrm>
              <a:off x="4601503" y="4363269"/>
              <a:ext cx="811800" cy="416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C2D039D-84AC-5047-DD4C-CFED6A3660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5383" y="4357149"/>
                <a:ext cx="824040" cy="4291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6470BDF-4C44-25B1-8FAD-9487134C1C28}"/>
              </a:ext>
            </a:extLst>
          </p:cNvPr>
          <p:cNvSpPr/>
          <p:nvPr/>
        </p:nvSpPr>
        <p:spPr>
          <a:xfrm>
            <a:off x="4397829" y="5170714"/>
            <a:ext cx="3069771" cy="9688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…and </a:t>
            </a:r>
            <a:r>
              <a:rPr lang="en-CA" b="1" dirty="0">
                <a:solidFill>
                  <a:schemeClr val="tx1"/>
                </a:solidFill>
              </a:rPr>
              <a:t>take</a:t>
            </a:r>
            <a:r>
              <a:rPr lang="en-CA" dirty="0">
                <a:solidFill>
                  <a:schemeClr val="tx1"/>
                </a:solidFill>
              </a:rPr>
              <a:t> your athletic performance to the next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FA6957-48C6-ABC0-D805-1A6EB7BEA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300" y="1906583"/>
            <a:ext cx="4816257" cy="11507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BABF260-FCD6-AABC-C208-2B7079B9C36A}"/>
              </a:ext>
            </a:extLst>
          </p:cNvPr>
          <p:cNvSpPr/>
          <p:nvPr/>
        </p:nvSpPr>
        <p:spPr>
          <a:xfrm>
            <a:off x="8790214" y="2944585"/>
            <a:ext cx="3069771" cy="9688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Change “premier” to “leading” and remove the dot at the end</a:t>
            </a:r>
          </a:p>
        </p:txBody>
      </p:sp>
    </p:spTree>
    <p:extLst>
      <p:ext uri="{BB962C8B-B14F-4D97-AF65-F5344CB8AC3E}">
        <p14:creationId xmlns:p14="http://schemas.microsoft.com/office/powerpoint/2010/main" val="1102025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C4B999-E4B2-33F3-364E-B9541148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8409"/>
            <a:ext cx="12192000" cy="50011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7CFBCB-C031-AB0B-CB76-60A3417D411A}"/>
                  </a:ext>
                </a:extLst>
              </p14:cNvPr>
              <p14:cNvContentPartPr/>
              <p14:nvPr/>
            </p14:nvContentPartPr>
            <p14:xfrm>
              <a:off x="4160571" y="2491629"/>
              <a:ext cx="892440" cy="307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7CFBCB-C031-AB0B-CB76-60A3417D41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4451" y="2485509"/>
                <a:ext cx="904680" cy="3193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7B5110D-2B03-8DAF-1DBD-F3A18E06D97F}"/>
              </a:ext>
            </a:extLst>
          </p:cNvPr>
          <p:cNvSpPr/>
          <p:nvPr/>
        </p:nvSpPr>
        <p:spPr>
          <a:xfrm>
            <a:off x="4800600" y="2798709"/>
            <a:ext cx="1458686" cy="3070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ysClr val="windowText" lastClr="000000"/>
                </a:solidFill>
              </a:rPr>
              <a:t>Leading 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12F6C2-28E7-830E-A1CC-1A33B4D8FED5}"/>
              </a:ext>
            </a:extLst>
          </p:cNvPr>
          <p:cNvSpPr/>
          <p:nvPr/>
        </p:nvSpPr>
        <p:spPr>
          <a:xfrm>
            <a:off x="5366657" y="5142735"/>
            <a:ext cx="1992086" cy="452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ysClr val="windowText" lastClr="000000"/>
                </a:solidFill>
              </a:rPr>
              <a:t>…With out live calendar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EBD56-0346-1035-C695-1206E5AB0205}"/>
              </a:ext>
            </a:extLst>
          </p:cNvPr>
          <p:cNvSpPr/>
          <p:nvPr/>
        </p:nvSpPr>
        <p:spPr>
          <a:xfrm>
            <a:off x="8948057" y="5134188"/>
            <a:ext cx="1992086" cy="4525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>
                <a:solidFill>
                  <a:sysClr val="windowText" lastClr="000000"/>
                </a:solidFill>
              </a:rPr>
              <a:t>…With out live calendar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7C9968-89C2-032A-F0A2-73B3893A17B7}"/>
              </a:ext>
            </a:extLst>
          </p:cNvPr>
          <p:cNvSpPr/>
          <p:nvPr/>
        </p:nvSpPr>
        <p:spPr>
          <a:xfrm>
            <a:off x="2764971" y="522514"/>
            <a:ext cx="8066315" cy="1023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Should we add something about which sports are offered on this page?</a:t>
            </a:r>
          </a:p>
        </p:txBody>
      </p:sp>
    </p:spTree>
    <p:extLst>
      <p:ext uri="{BB962C8B-B14F-4D97-AF65-F5344CB8AC3E}">
        <p14:creationId xmlns:p14="http://schemas.microsoft.com/office/powerpoint/2010/main" val="420393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E0A2-DBC4-23B6-D969-BC27F9E83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01D4F-8E87-83DA-9ECA-5040BDCCB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A69B9-A5C4-A84B-1E39-4D0C2F858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819"/>
            <a:ext cx="12192000" cy="57863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8978F4-1499-2841-9855-4EE677A954E9}"/>
              </a:ext>
            </a:extLst>
          </p:cNvPr>
          <p:cNvSpPr/>
          <p:nvPr/>
        </p:nvSpPr>
        <p:spPr>
          <a:xfrm>
            <a:off x="8066314" y="1970314"/>
            <a:ext cx="4125686" cy="2111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 semi transparent sports image / graphic to the background?</a:t>
            </a:r>
          </a:p>
        </p:txBody>
      </p:sp>
    </p:spTree>
    <p:extLst>
      <p:ext uri="{BB962C8B-B14F-4D97-AF65-F5344CB8AC3E}">
        <p14:creationId xmlns:p14="http://schemas.microsoft.com/office/powerpoint/2010/main" val="425445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A1F49-6C90-E099-F8D9-A4E178ACE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02" y="0"/>
            <a:ext cx="1174679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F18670-61B0-CBEF-96A6-93CEB0E26EE8}"/>
              </a:ext>
            </a:extLst>
          </p:cNvPr>
          <p:cNvSpPr/>
          <p:nvPr/>
        </p:nvSpPr>
        <p:spPr>
          <a:xfrm>
            <a:off x="3929743" y="1045030"/>
            <a:ext cx="7859486" cy="1730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After logging in, the athlete should be greeted with the screen that prompts him to select the sport and click on “Find your coach”, before directing to the results page.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AE6DA7-5EB2-0EA0-3599-6F3CD7FA2425}"/>
              </a:ext>
            </a:extLst>
          </p:cNvPr>
          <p:cNvSpPr/>
          <p:nvPr/>
        </p:nvSpPr>
        <p:spPr>
          <a:xfrm>
            <a:off x="2155372" y="4969331"/>
            <a:ext cx="6760028" cy="1164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The results page should contain filters and sort</a:t>
            </a:r>
          </a:p>
        </p:txBody>
      </p:sp>
    </p:spTree>
    <p:extLst>
      <p:ext uri="{BB962C8B-B14F-4D97-AF65-F5344CB8AC3E}">
        <p14:creationId xmlns:p14="http://schemas.microsoft.com/office/powerpoint/2010/main" val="1592228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7FD7B8-E5FC-B80A-9C68-E2569C1B7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74" y="274046"/>
            <a:ext cx="8207451" cy="63099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08F51FA-51B0-B1F5-6060-D4618220F50C}"/>
                  </a:ext>
                </a:extLst>
              </p14:cNvPr>
              <p14:cNvContentPartPr/>
              <p14:nvPr/>
            </p14:nvContentPartPr>
            <p14:xfrm>
              <a:off x="11222983" y="4778709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08F51FA-51B0-B1F5-6060-D4618220F5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16863" y="477258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5135AD3-B2D1-4B5D-EE93-EE2C25119833}"/>
                  </a:ext>
                </a:extLst>
              </p14:cNvPr>
              <p14:cNvContentPartPr/>
              <p14:nvPr/>
            </p14:nvContentPartPr>
            <p14:xfrm>
              <a:off x="8667343" y="4407549"/>
              <a:ext cx="2131200" cy="447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5135AD3-B2D1-4B5D-EE93-EE2C2511983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61223" y="4401429"/>
                <a:ext cx="2143440" cy="4600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A9360EE-62F6-DB6D-4C40-9A2F752BBBA4}"/>
              </a:ext>
            </a:extLst>
          </p:cNvPr>
          <p:cNvSpPr/>
          <p:nvPr/>
        </p:nvSpPr>
        <p:spPr>
          <a:xfrm>
            <a:off x="10036629" y="5072743"/>
            <a:ext cx="1880348" cy="1132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Can a player have more than one preferred sport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B6CF23-AAB5-38C9-321C-BEA93ADFD5D4}"/>
              </a:ext>
            </a:extLst>
          </p:cNvPr>
          <p:cNvSpPr/>
          <p:nvPr/>
        </p:nvSpPr>
        <p:spPr>
          <a:xfrm>
            <a:off x="10199725" y="2079291"/>
            <a:ext cx="1880348" cy="1132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Maybe an option to add a quick bio?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56BEE-61B4-5CAB-2D32-2BEB3A9EB390}"/>
              </a:ext>
            </a:extLst>
          </p:cNvPr>
          <p:cNvSpPr/>
          <p:nvPr/>
        </p:nvSpPr>
        <p:spPr>
          <a:xfrm>
            <a:off x="1052100" y="2862942"/>
            <a:ext cx="1880348" cy="1132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 a background graphic</a:t>
            </a:r>
          </a:p>
        </p:txBody>
      </p:sp>
    </p:spTree>
    <p:extLst>
      <p:ext uri="{BB962C8B-B14F-4D97-AF65-F5344CB8AC3E}">
        <p14:creationId xmlns:p14="http://schemas.microsoft.com/office/powerpoint/2010/main" val="4132312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C67378-FA22-A964-FC9D-83BC01C59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122" y="2369728"/>
            <a:ext cx="9647756" cy="21185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A4B8CC8-449E-E8D4-70C4-C9FC84DD28F1}"/>
              </a:ext>
            </a:extLst>
          </p:cNvPr>
          <p:cNvSpPr/>
          <p:nvPr/>
        </p:nvSpPr>
        <p:spPr>
          <a:xfrm>
            <a:off x="2155372" y="4969331"/>
            <a:ext cx="6760028" cy="1164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 FAQ page (I’ll come up with copy)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EE9C37-EDF1-E1DE-27B1-2637FE24754F}"/>
              </a:ext>
            </a:extLst>
          </p:cNvPr>
          <p:cNvSpPr/>
          <p:nvPr/>
        </p:nvSpPr>
        <p:spPr>
          <a:xfrm>
            <a:off x="1272122" y="1204959"/>
            <a:ext cx="6760028" cy="1164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Should we have a terms of service at the bottom?</a:t>
            </a:r>
          </a:p>
        </p:txBody>
      </p:sp>
    </p:spTree>
    <p:extLst>
      <p:ext uri="{BB962C8B-B14F-4D97-AF65-F5344CB8AC3E}">
        <p14:creationId xmlns:p14="http://schemas.microsoft.com/office/powerpoint/2010/main" val="56196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152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CoachFinders UX Suggestions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Yuri Yatsenko</dc:creator>
  <cp:lastModifiedBy>Yuri Yatsenko</cp:lastModifiedBy>
  <cp:revision>1</cp:revision>
  <dcterms:created xsi:type="dcterms:W3CDTF">2026-03-08T21:27:39Z</dcterms:created>
  <dcterms:modified xsi:type="dcterms:W3CDTF">2026-03-08T22:32:31Z</dcterms:modified>
</cp:coreProperties>
</file>